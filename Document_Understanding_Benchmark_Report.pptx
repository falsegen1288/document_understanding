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846320"/>
            <a:ext cx="1005840" cy="1005840"/>
          </a:xfrm>
          <a:prstGeom prst="ellipse">
            <a:avLst/>
          </a:prstGeom>
          <a:solidFill>
            <a:srgbClr val="E8734A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685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· RAG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Understanding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Evaluation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 Intern Progress Report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OCR/RAG Pipelines  ·  5-Point LLM Judging  ·  Set-EM &amp; Token F1  ·  6-Run Benchmark Sweep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989320"/>
            <a:ext cx="10543032" cy="10973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6144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Intern — Document AI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6144768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Current Sprint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607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this biweekly benchmark update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9222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5798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three-pipeline OCR/RAG benchmark harness is structured, end to 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9464"/>
            <a:ext cx="10085832" cy="7315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66090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Deep Dive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02666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breakdown of Baseline, GLM-OCR, and Unlimited OCR.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38144"/>
            <a:ext cx="10085832" cy="7315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52958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9534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Score, Set-Normalized Exact Match, and Token F1 — defined and worked through.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306824"/>
            <a:ext cx="10085832" cy="7315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39826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76402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6-run comparison across the TAT-DQA and UniDoc datasets.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175504"/>
            <a:ext cx="10085832" cy="7315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526694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63270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tell us, and where the work goes from here.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Three-Pipeline Benchmark Harness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turns raw documents into a structured representation, then shares one retrieval + evaluation stack.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14954" cy="233172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28216"/>
            <a:ext cx="24633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Reformed 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30028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LAYOUT PIPELINE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300289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DocLayout-YOLO detects regions; PyMuPDF/Tesseract pull text; Docling+TableFormer parse tables; Groq Vision captions figures.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7914" y="1508760"/>
            <a:ext cx="3514954" cy="233172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3946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9394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0874" y="1728216"/>
            <a:ext cx="24633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GLM-OCR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3946" y="2286000"/>
            <a:ext cx="30028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TRANSFORMER, END-TO-END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3946" y="2606040"/>
            <a:ext cx="300289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images decoded directly by zai-org/GLM-OCR into markdown layout, text, and tables in a single autoregressive pass.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8627" y="1508760"/>
            <a:ext cx="3514954" cy="233172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4659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74659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1587" y="1728216"/>
            <a:ext cx="24633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 OCR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4659" y="2286000"/>
            <a:ext cx="30028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EXTRACTION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74659" y="2606040"/>
            <a:ext cx="300289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CUDA-accelerated EasyOCR sweeps every rendered page, assembling all raw bounding-box text with no layout filtering.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59229" y="3931920"/>
            <a:ext cx="310896" cy="256032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939942" y="3931920"/>
            <a:ext cx="310896" cy="256032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820656" y="3931920"/>
            <a:ext cx="310896" cy="256032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325112"/>
            <a:ext cx="11277295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4531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Downstream Pipeline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8280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Chunking  →  Dense (BGE-M3 / MiniLM) + Sparse (BM25) Embedding  →  RRF Hybrid Retrieval  →  LLM Reader (True E2E / Oracle Scoped)  →  5-Point Judge + Set-EM + Token F1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Deep Dive: Stage by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inside each pipeline before documents reach the shared RAG stack.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14954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1491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Reformed Baseline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9424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176272"/>
            <a:ext cx="3094330" cy="733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Detection — DocLayout-YOLO marks title, text, table, figure, header regions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37637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3763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964485"/>
            <a:ext cx="3094330" cy="733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— PyMuPDF for digital text; Tesseract OCR fallback for scans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25850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258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3752698"/>
            <a:ext cx="3094330" cy="733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Extraction — Docling + TableFormer parses tables to markdown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14062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1406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4540910"/>
            <a:ext cx="3094330" cy="733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Captioning — Groq Vision (llama-3.2-11b-vision-instruct) captions charts/figures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402275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0227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" y="5329123"/>
            <a:ext cx="3094330" cy="733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RAG — Hybrid retrieval, answered by llama-3.1-8b-instant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37914" y="1463040"/>
            <a:ext cx="3514954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20794" y="1463040"/>
            <a:ext cx="31491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GLM-OCR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37914" y="2249424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4" name="Text 22"/>
          <p:cNvSpPr/>
          <p:nvPr/>
        </p:nvSpPr>
        <p:spPr>
          <a:xfrm>
            <a:off x="4337914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8538" y="2176272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 Rendering — PDF pages rendered to high-resolution images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37914" y="3234690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337914" y="32346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8538" y="3161538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Inference — zai-org/GLM-OCR runs on GPU (CUDA)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37914" y="4219956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337914" y="4219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8538" y="4146804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Decoding — layout, prose, tables, headers generated in one pass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37914" y="5205222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337914" y="52052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8538" y="5132070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RAG — standard chunking, retrieval, and LLM reading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18627" y="1463040"/>
            <a:ext cx="3514954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8401507" y="1463040"/>
            <a:ext cx="31491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 OCR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18627" y="2249424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8218627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39251" y="2176272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Rendering — every page rendered to a high-res image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18627" y="3234690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8218627" y="32346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39251" y="3161538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EasyOCR Engine — CUDA easyocr.Reader(gpu=True) extracts all text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18627" y="4219956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4" name="Text 42"/>
          <p:cNvSpPr/>
          <p:nvPr/>
        </p:nvSpPr>
        <p:spPr>
          <a:xfrm>
            <a:off x="8218627" y="4219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39251" y="4146804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Assembly — raw text blocks aggregated, no layout filtering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18627" y="5205222"/>
            <a:ext cx="310896" cy="3108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8218627" y="52052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39251" y="5132070"/>
            <a:ext cx="3094330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RAG — structural chunking, retrieval, and LLM reading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Accuracy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reading conditions, scored by three complementary metrics.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55768" cy="1280160"/>
          </a:xfrm>
          <a:prstGeom prst="roundRect">
            <a:avLst>
              <a:gd name="adj" fmla="val 714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664208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E2E Reader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reader answers using only what the pipeline retrieved — realistic, end-to-end accuracy including OCR and retrieval noise.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463040"/>
            <a:ext cx="5455768" cy="1280160"/>
          </a:xfrm>
          <a:prstGeom prst="roundRect">
            <a:avLst>
              <a:gd name="adj" fmla="val 714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7328" y="169164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07328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47408" y="1664208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Scoped Reader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7328" y="2148840"/>
            <a:ext cx="499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reader answers from ground-truth context directly — isolates reader quality from retrieval and OCR noise.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871216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verified across all 6 benchmark runs:  True E2E ≤ Oracle Scoped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3514954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575304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251960"/>
            <a:ext cx="3002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4636008"/>
            <a:ext cx="30028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(llama-3.1-8b-instant) rates semantic equivalence on a 0.00–1.00 scale, immune to phrasing or unit differences.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37914" y="3337560"/>
            <a:ext cx="3514954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3946" y="3575304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93946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3946" y="4251960"/>
            <a:ext cx="3002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Set-Normalized 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93946" y="4636008"/>
            <a:ext cx="30028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gold and predicted answers into normalized token sets — order and separator differences no longer cause false zeroes.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8627" y="3337560"/>
            <a:ext cx="3514954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74659" y="3575304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474659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74659" y="4251960"/>
            <a:ext cx="30028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F1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74659" y="4636008"/>
            <a:ext cx="300289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precision/recall overlap between predicted and gold tokens, harmonic-meaned into a single score.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Deep Dive: Semantic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LLM-as-a-judge scoring for human-aligned semantic equivalence.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5-POINT SCALE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93852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/ Unrelated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221992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fact, hallucination, or NOT_FOUND.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52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72491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Minimally Relevant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3008376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entities mentioned, doesn't answer directly.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387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379476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multi-part answer, or missing/unclear units.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325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42976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Correct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4581144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fact right, minor styling or extra info.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111496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508406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Correct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" y="5367528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identical; accurate numbers and units.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5605272" cy="4343400"/>
          </a:xfrm>
          <a:prstGeom prst="roundRect">
            <a:avLst>
              <a:gd name="adj" fmla="val 252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1874520"/>
            <a:ext cx="4965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286000"/>
            <a:ext cx="4965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560320"/>
            <a:ext cx="4965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the net operating profit for Q3?”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108960"/>
            <a:ext cx="23454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Answer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3383280"/>
            <a:ext cx="2345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 million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66276" y="3108960"/>
            <a:ext cx="23454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Answer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66276" y="3383280"/>
            <a:ext cx="23454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“Q3 net operating profit of 45.2M USD”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4114800"/>
            <a:ext cx="4965192" cy="9144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222992" y="4206240"/>
            <a:ext cx="777240" cy="7772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10222992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5166360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identical despite extra conversational phrasing — units and figure both correct.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Deep Dive: Set-EM &amp; Token F1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lexical metrics that catch what strict string matching misses.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55768" cy="4663440"/>
          </a:xfrm>
          <a:prstGeom prst="roundRect">
            <a:avLst>
              <a:gd name="adj" fmla="val 235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0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92224"/>
            <a:ext cx="426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Set-Normalized Exact Match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9071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prediction and gold into normalized token sets using delimiters [ , ; \n • | ] and conjunctions like “and” — order and separators no longer cause false mismatches.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90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 “Apple, Google and Microsoft”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“Google; Microsoft; Apple”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907128" cy="9144"/>
          </a:xfrm>
          <a:prstGeom prst="rect">
            <a:avLst/>
          </a:prstGeom>
          <a:solidFill>
            <a:srgbClr val="D8E0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80560"/>
            <a:ext cx="2362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76524" y="4480560"/>
            <a:ext cx="2362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76524" y="4754880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5349240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mismatch → order-invariant set match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8728" y="1554480"/>
            <a:ext cx="5455768" cy="466344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3048" y="1810512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53048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93128" y="1792224"/>
            <a:ext cx="426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F1 Score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53048" y="2423160"/>
            <a:ext cx="490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precision/recall overlap between predicted tokens and gold tokens, combined into a single harmonic-mean score.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53048" y="3154680"/>
            <a:ext cx="490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53048" y="342900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 “Operating revenue grew by 12.5 percent”  (6 tokens)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53048" y="374904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“Revenue grew 12.5 percent”  (4 tokens)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53048" y="406908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4 of 4 predicted tokens match gold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53048" y="4462272"/>
            <a:ext cx="4907128" cy="9144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28" name="Text 26"/>
          <p:cNvSpPr/>
          <p:nvPr/>
        </p:nvSpPr>
        <p:spPr>
          <a:xfrm>
            <a:off x="6553048" y="4617720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53048" y="4892040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8757" y="4617720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88757" y="4892040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824466" y="4617720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24466" y="4892040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553048" y="5486400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 × (P × R) / (P + R) = 2 × (1.00 × 0.667) / 1.667 = 0.80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6-Run Benchmark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 True E2E ≤ Oracle Scoped  verified and passed in every run.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72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005840"/>
                <a:gridCol w="1280160"/>
                <a:gridCol w="1234440"/>
                <a:gridCol w="1051560"/>
                <a:gridCol w="1234440"/>
                <a:gridCol w="1051560"/>
                <a:gridCol w="240761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tatdqa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0.1250 ≤ 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0.2083 ≤ 0.4000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glm_ocr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tatdqa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0.1250 ≤ 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glm_ocr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0.2500 ≤ 0.2500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unlimited_ocr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tatdqa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0.1250 ≤ 0.1250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unlimited_ocr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items (41 pg)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0.0312 ≤ 0.3125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TAT-DQA rows use pre-parsed JSON tables (no PDF rendering), so baseline and glm_ocr score identically on that dataset.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six benchmark runs tell us so far.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14954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73352"/>
            <a:ext cx="31491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057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retrieval precision — GLM-OCR on UniDoc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7914" y="1508760"/>
            <a:ext cx="3514954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0794" y="1673352"/>
            <a:ext cx="31491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0.3125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66514" y="2377440"/>
            <a:ext cx="3057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Semantic score — Unlimited OCR, UniDoc (Run 6)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18627" y="1508760"/>
            <a:ext cx="3514954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90320000" dist="483870000" dir="324000000000">
              <a:srgbClr val="1E2761">
                <a:alpha val="18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01507" y="1673352"/>
            <a:ext cx="314919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447227" y="2377440"/>
            <a:ext cx="30577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the True E2E ≤ Oracle invariant held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99816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TAT-DQA parity across pipelines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341071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 and 3 (baseline vs. glm_ocr) score identically (0.1250 True E2E Semantic) because TAT-DQA is pre-parsed JSON — no PDF rendering differences to separate the pipelines.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41064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GLM-OCR leads on real PDFs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UniDoc, glm_ocr reaches 100% Rank-1 retrieval precision and the highest True E2E Token F1 (0.1029) among all three pipelines — the end-to-end vision transformer handles genuine layout best.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882896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823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validity confirmed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509320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5-point LLM semantic judge consistently avoids false zeroes caused by phrasing, unit, or formatting differences — validating it as the primary accuracy metric going forward.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Benchmark — Biweekly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benchmark effort goes over the next sprint.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011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small-sample runs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4–6 cover only 3–8 items; expand these to the full dataset scale for statistically reliable pipeline comparisons.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081528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Unlimited OCR gap on UniDoc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015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E2E Semantic drops to 0.0312 despite an Oracle score of 0.3125 — a retrieval-stage bottleneck, not a text-quality problem.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105656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4059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GLM-OCR for production candidacy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4256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True E2E Token F1 and 100% Rank-1 retrieval on real PDFs make it the leading candidate for further tuning.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129784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29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508406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shared retrieval stack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44982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chunk sizing and RRF weighting, since all three pipelines share the same downstream retriever and reader.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6263640"/>
            <a:ext cx="10543032" cy="10973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6382512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2026-08-12T12:25:37Z</dcterms:created>
  <dcterms:modified xsi:type="dcterms:W3CDTF">2026-08-12T12:25:37Z</dcterms:modified>
</cp:coreProperties>
</file>